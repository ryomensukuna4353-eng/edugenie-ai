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9728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EduGenie</a:t>
            </a:r>
          </a:p>
          <a:p>
            <a:pPr>
              <a:spcBef>
                <a:spcPts val="800"/>
              </a:spcBef>
              <a:defRPr sz="2500">
                <a:solidFill>
                  <a:srgbClr val="CDDCFF"/>
                </a:solidFill>
                <a:latin typeface="Aptos"/>
              </a:defRPr>
            </a:pPr>
            <a:r>
              <a:t>AI-Powered Learning Assistant</a:t>
            </a:r>
          </a:p>
          <a:p>
            <a:pPr>
              <a:spcBef>
                <a:spcPts val="2400"/>
              </a:spcBef>
              <a:defRPr sz="1500">
                <a:solidFill>
                  <a:srgbClr val="BEC6D7"/>
                </a:solidFill>
                <a:latin typeface="Aptos"/>
              </a:defRPr>
            </a:pPr>
            <a:r>
              <a:t>Professional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9476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7947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959352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Core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453128"/>
            <a:ext cx="25603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Google Gemini integration for educational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9476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3794760"/>
            <a:ext cx="73152" cy="114300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959352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453128"/>
            <a:ext cx="25603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FastAPI REST endpoints with modular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79476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37947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959352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Learning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453128"/>
            <a:ext cx="25603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Q&amp;A, explanations, quizzes, summaries and learning paths.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A focused AI assistant designed around common student learning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EduGenie provides a single interface for interactive, AI-assisted learning.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Students can ask questions, simplify difficult topics, revise content, generate quizzes, and plan learning journeys.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The application uses FastAPI for the web/API layer and Google Gemini for AI generation.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The codebase is organized into independent modules so each learning capability can be maintained and tested separately.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Students often need multiple tools for explanation, revision, practice and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Learning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2926079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• Difficult concepts need simpler explanations.</a:t>
            </a:r>
            <a:br/>
            <a:r>
              <a:t>• Long study material takes time to revise.</a:t>
            </a:r>
            <a:br/>
            <a:r>
              <a:t>• Practice questions are not always readily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356616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1907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Fragmented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12848"/>
            <a:ext cx="2926079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• Q&amp;A, summaries, quizzes and study plans may exist in separate tools.</a:t>
            </a:r>
            <a:br/>
            <a:r>
              <a:t>• Switching between tools interrupts study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1907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Project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12848"/>
            <a:ext cx="2926079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• Bring essential AI learning functions into one clean application.</a:t>
            </a:r>
            <a:br/>
            <a:r>
              <a:t>• Keep outputs student-friendly, structured and practical.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What EduGenie is designed to achieve.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Provide concise, understandable answers to student questions.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Explain topics using a beginner-friendly structure with examples and key points.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Summarize educational passages for quick revision without adding unsupported information.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Generate structured multiple-choice quizzes from supplied educational content.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Create practical learning paths with prerequisites, levels, timelines, practice and revision strategies.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Five learning-focused capabilities exposed through the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92607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Direct, student-friendly answers with simple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508760"/>
            <a:ext cx="73152" cy="192024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67335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Topic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167128"/>
            <a:ext cx="292607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Definition, main idea, key points, example and recap.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7335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Quiz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67128"/>
            <a:ext cx="292607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Exactly 3 MCQs with 4 options and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79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79"/>
            <a:ext cx="73152" cy="192024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Summarization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98847"/>
            <a:ext cx="292607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Revision-oriented summaries preserving important facts and terms.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79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840479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00507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Learning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498847"/>
            <a:ext cx="292607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Beginner-to-advanced roadmap with a 4-week timeline.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Simple modular architecture for maintainability and clear separation of responsibilities.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182880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Web interface</a:t>
            </a:r>
            <a:br/>
            <a:r>
              <a:t>Study input /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73152" cy="123444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19072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12848"/>
            <a:ext cx="205740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Routes</a:t>
            </a:r>
            <a:br/>
            <a:r>
              <a:t>Validation</a:t>
            </a:r>
            <a:br/>
            <a:r>
              <a:t>Health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5544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19072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Learning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12848"/>
            <a:ext cx="205740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Q&amp;A • Explain</a:t>
            </a:r>
            <a:br/>
            <a:r>
              <a:t>Quiz • Summary •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5544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1554480"/>
            <a:ext cx="73152" cy="123444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719072"/>
            <a:ext cx="2057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AI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212848"/>
            <a:ext cx="205740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Gemini client</a:t>
            </a:r>
            <a:br/>
            <a:r>
              <a:t>Structured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Static assets and Jinja templates support the user interface.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Pydantic schemas define request/response structures.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 dedicated Gemini client centralizes AI generation and error handling.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Technologies reflected in the project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301752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Core application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73152" cy="1874519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276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21408"/>
            <a:ext cx="301752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Web framework and REST API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63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6304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276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Google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21408"/>
            <a:ext cx="301752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Generative AI engine for learning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874519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59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Pydantic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53128"/>
            <a:ext cx="301752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Request/response and quiz validation.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94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9476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959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Jinja2 + CSS + 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453128"/>
            <a:ext cx="301752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Server-rendered UI and frontend interaction.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94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794760"/>
            <a:ext cx="73152" cy="1874519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959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Uvicorn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53128"/>
            <a:ext cx="301752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ASGI development/serving environment.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AI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How a typical learning request moves through EduGenie.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1.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173736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Student enters a question, topic or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4592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645920"/>
            <a:ext cx="73152" cy="132588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105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2.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04288"/>
            <a:ext cx="173736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FastAPI endpoint receives the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64592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16459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8105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3.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304288"/>
            <a:ext cx="173736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Specialized module builds the learning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73152" cy="132588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105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4.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04288"/>
            <a:ext cx="1737360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Gemini generates the educational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49039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49039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13631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5. Validate &amp;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07407"/>
            <a:ext cx="2926079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Structured outputs are validated where required, then returned to the UI.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Development &amp; Module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The project separates each educational capability into a focused module.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modules/qna.py — answers student questions using a clear academic-tutor prompt.</a:t>
            </a:r>
          </a:p>
          <a:p>
            <a:pPr>
              <a:spcAft>
                <a:spcPts val="11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modules/explanation.py — generates beginner-friendly explanations; supports Gemini and a configurable local explanation mode.</a:t>
            </a:r>
          </a:p>
          <a:p>
            <a:pPr>
              <a:spcAft>
                <a:spcPts val="11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modules/quiz.py — requests structured MCQs, cleans generated JSON and validates it with Pydantic.</a:t>
            </a:r>
          </a:p>
          <a:p>
            <a:pPr>
              <a:spcAft>
                <a:spcPts val="11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modules/summary.py — creates concise revision summaries while preserving important terminology.</a:t>
            </a:r>
          </a:p>
          <a:p>
            <a:pPr>
              <a:spcAft>
                <a:spcPts val="11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modules/learning_path.py — builds structured learning recommendations from beginner to advanced levels.</a:t>
            </a:r>
          </a:p>
          <a:p>
            <a:pPr>
              <a:spcAft>
                <a:spcPts val="11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modules/common.py — provides shared user-friendly error handling.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Core routes implemented in the FastAPI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GET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84248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Loads the EduGenie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105156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047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Returns service health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9191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679191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4378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POST /qa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37559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Answers an educational question.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79191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679191"/>
            <a:ext cx="73152" cy="105156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4378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POST /explain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59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Explains a topic for a learner.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32504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032504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9709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POST /quiz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90872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Generates and validates a 3-question MCQ 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32504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32504"/>
            <a:ext cx="73152" cy="105156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9709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POST /summarize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90872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Creates a revision summary.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385816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385816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50407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POST /learn/recommendations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044183"/>
            <a:ext cx="4846320" cy="246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Creates a structured learning path.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Testing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The project includes automated tests and defensive AI-response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Dedicated test modules cover the learning functions and quiz behavior.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Pydantic validation helps ensure generated quiz data follows the expected structure.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Input validation prevents empty topic explanations.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User-friendly error handling converts model/API failures into understandable responses.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A /health endpoint provides a simple service availability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Phase-Wise Project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The project has been organized into the requested academic submission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01–02  Brainstorming &amp; Ideation / Requirement Analysis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03–04  Project Design / Project Planning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05–06  Project Development / Project Testing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07–08  Project Documentation / Project Demonstration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09–10  Brainstorming &amp; Ideation / Requirement Analysis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11–12  Project Design / Project Planning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13–14  Project Development / Project Testing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15–16  Project Documentation / Project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Expected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Value delivered to students and project evaluators.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For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2926079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Faster revision</a:t>
            </a:r>
            <a:br/>
            <a:r>
              <a:t>Clearer explanations</a:t>
            </a:r>
            <a:br/>
            <a:r>
              <a:t>Interactive practice</a:t>
            </a:r>
            <a:br/>
            <a:r>
              <a:t>Structured learning plans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3383280"/>
          </a:xfrm>
          <a:prstGeom prst="rect">
            <a:avLst/>
          </a:prstGeom>
          <a:solidFill>
            <a:srgbClr val="10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For Developers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926079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Modular codebase</a:t>
            </a:r>
            <a:br/>
            <a:r>
              <a:t>Clear API boundaries</a:t>
            </a:r>
            <a:br/>
            <a:r>
              <a:t>Reusable AI client</a:t>
            </a:r>
            <a:br/>
            <a:r>
              <a:t>Automated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6479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B"/>
                </a:solidFill>
                <a:latin typeface="Aptos Display"/>
              </a:defRPr>
            </a:pPr>
            <a:r>
              <a:t>For Demonstration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58568"/>
            <a:ext cx="2926079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Easy to explain workflow</a:t>
            </a:r>
            <a:br/>
            <a:r>
              <a:t>Multiple visible AI features</a:t>
            </a:r>
            <a:br/>
            <a:r>
              <a:t>Clean project architecture</a:t>
            </a:r>
            <a:br/>
            <a:r>
              <a:t>Practical educational use 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8"/>
                </a:solidFill>
                <a:latin typeface="Aptos"/>
              </a:defRPr>
            </a:pPr>
            <a:r>
              <a:t>Natural next steps for expanding the learning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Add learner profiles and progress tracking.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Introduce subject-specific learning modes and difficulty controls.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Store quiz history and learning-path progress.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Add richer accessibility features and responsive UI improvements.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Expand evaluation with more automated tests and response-quality metrics.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Add optional integrations for approved educational resources and classroom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  <a:latin typeface="Aptos"/>
              </a:defRPr>
            </a:pPr>
            <a:r>
              <a:t>EduGenie • AI-Powered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0138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23160"/>
            <a:ext cx="9966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CE4F5"/>
                </a:solidFill>
                <a:latin typeface="Aptos"/>
              </a:defRPr>
            </a:pPr>
            <a:r>
              <a:t>EduGenie brings practical AI-powered learning assistance into one focused application.</a:t>
            </a:r>
          </a:p>
          <a:p>
            <a:pPr>
              <a:spcBef>
                <a:spcPts val="2000"/>
              </a:spcBef>
              <a:defRPr sz="1700">
                <a:solidFill>
                  <a:srgbClr val="BEC9DE"/>
                </a:solidFill>
                <a:latin typeface="Aptos"/>
              </a:defRPr>
            </a:pPr>
            <a:r>
              <a:t>Its modular FastAPI architecture, Gemini integration, validation, testing and phase-wise organization make it suitable for both demonstration and continued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